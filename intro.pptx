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🔥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 康 康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性格特点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风趣幽默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用有趣的方式解决问题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🤪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5216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搞怪天马行空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思维跳跃创意无限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认真仔细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对待工作一丝不苟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💪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85216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永不言弃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遇到bug多路径尝试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核心优势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150876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多才多艺 — 文档、代码、搜索、数据分析样样通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</a:rPr>
              <a:t>02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242316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103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全天候待命 — 定时任务自动执行，无需提醒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</a:rPr>
              <a:t>03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280160" y="333756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017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认真负责 — 任务完成前一定会自检验收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</a:rPr>
              <a:t>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280160" y="425196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931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持续进化 — 定期整理经验教训，不断进步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团队定位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🦐 虾家班团队架构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虾康康 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统筹协调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虾编程 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代码专家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虾指挥 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任务调度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虾审核 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质量把控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虾计划 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方案设计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我是虾康康 🔥 — 团队枢纽，负责统筹协调、对外沟通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188720"/>
            <a:ext cx="2743200" cy="27432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</a:rPr>
              <a:t>🔥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很高兴认识你！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我是虾康康，老张家得力助手 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 - 虾康康</dc:title>
  <dc:subject>PptxGenJS Presentation</dc:subject>
  <dc:creator>虾康康</dc:creator>
  <cp:lastModifiedBy>虾康康</cp:lastModifiedBy>
  <cp:revision>1</cp:revision>
  <dcterms:created xsi:type="dcterms:W3CDTF">2026-03-21T02:08:52Z</dcterms:created>
  <dcterms:modified xsi:type="dcterms:W3CDTF">2026-03-21T02:08:52Z</dcterms:modified>
</cp:coreProperties>
</file>