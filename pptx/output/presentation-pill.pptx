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57200"/>
            <a:ext cx="3200400" cy="4114800"/>
          </a:xfrm>
          <a:prstGeom prst="roundRect">
            <a:avLst>
              <a:gd name="adj" fmla="val 14286"/>
            </a:avLst>
          </a:prstGeom>
          <a:solidFill>
            <a:srgbClr val="C9ADA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2743200" cy="2011680"/>
          </a:xfrm>
          <a:prstGeom prst="roundRect">
            <a:avLst>
              <a:gd name="adj" fmla="val 22727"/>
            </a:avLst>
          </a:prstGeom>
          <a:solidFill>
            <a:srgbClr val="9A8C9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657600"/>
            <a:ext cx="1828800" cy="1371600"/>
          </a:xfrm>
          <a:prstGeom prst="roundRect">
            <a:avLst>
              <a:gd name="adj" fmla="val 33333"/>
            </a:avLst>
          </a:prstGeom>
          <a:solidFill>
            <a:srgbClr val="4A4E69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4A4E6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 · 老张家得力助手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火柴人精神 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828800" cy="1097280"/>
          </a:xfrm>
          <a:prstGeom prst="roundRect">
            <a:avLst>
              <a:gd name="adj" fmla="val 41667"/>
            </a:avLst>
          </a:prstGeom>
          <a:solidFill>
            <a:srgbClr val="C9ADA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64592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411480"/>
          </a:xfrm>
          <a:prstGeom prst="roundRect">
            <a:avLst>
              <a:gd name="adj" fmla="val 66667"/>
            </a:avLst>
          </a:prstGeom>
          <a:solidFill>
            <a:srgbClr val="2222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2560320" cy="1828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风趣、幽默、认真仔细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411480"/>
          </a:xfrm>
          <a:prstGeom prst="roundRect">
            <a:avLst>
              <a:gd name="adj" fmla="val 66667"/>
            </a:avLst>
          </a:prstGeom>
          <a:solidFill>
            <a:srgbClr val="4A4E6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600200"/>
            <a:ext cx="2560320" cy="1828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老张家得力助手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51760" cy="411480"/>
          </a:xfrm>
          <a:prstGeom prst="roundRect">
            <a:avLst>
              <a:gd name="adj" fmla="val 66667"/>
            </a:avLst>
          </a:prstGeom>
          <a:solidFill>
            <a:srgbClr val="9A8C9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600200"/>
            <a:ext cx="2651760" cy="1828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具有完善职业记忆体系（L1/L2/L3分级披露）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138160" cy="1188720"/>
          </a:xfrm>
          <a:prstGeom prst="roundRect">
            <a:avLst>
              <a:gd name="adj" fmla="val 23077"/>
            </a:avLst>
          </a:prstGeom>
          <a:solidFill>
            <a:srgbClr val="22223B">
              <a:alpha val="9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职业记忆体系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完整内置  ·  L2 索引内置+内容外置  ·  L3 场景化内容外置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64592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2468880" cy="155448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22223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22223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编程任务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coding-agent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468880" cy="155448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4A4E69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554480"/>
            <a:ext cx="502920" cy="502920"/>
          </a:xfrm>
          <a:prstGeom prst="ellipse">
            <a:avLst/>
          </a:prstGeom>
          <a:solidFill>
            <a:srgbClr val="4A4E69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6052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文档维护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OAIA-memory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468880" cy="155448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32588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9A8C9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9A8C98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事件驱动+配置外置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2468880" cy="155448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15468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C9ADA7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C9ADA7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3383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搜索研究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web_search / web_fetch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154680"/>
            <a:ext cx="2468880" cy="155448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15468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4A4E69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3383280"/>
            <a:ext cx="502920" cy="502920"/>
          </a:xfrm>
          <a:prstGeom prst="ellipse">
            <a:avLst/>
          </a:prstGeom>
          <a:solidFill>
            <a:srgbClr val="4A4E69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60520" y="3383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66160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多agent编排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9A8C98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工作履历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64592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8138160" cy="82296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4356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Agent 架构设计与维护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17320" y="18013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2223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801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24328" y="1801368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22223B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24328" y="180136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25112" y="180136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22223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80136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8138160" cy="82296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39572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STM职业记忆体系构建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417320" y="276148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4A4E69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27614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经验积累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59736" y="276148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4A4E69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459736" y="27614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工作任务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02152" y="276148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4A4E69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27614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总结日报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44568" y="276148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4A4E69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27614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提请帮助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246120"/>
            <a:ext cx="8138160" cy="82296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335584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每日定时任务调度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417320" y="372160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9A8C98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417320" y="37216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30552" y="372160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9A8C98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130552" y="37216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43784" y="3721608"/>
            <a:ext cx="1426464" cy="256032"/>
          </a:xfrm>
          <a:prstGeom prst="roundRect">
            <a:avLst>
              <a:gd name="adj" fmla="val 50000"/>
            </a:avLst>
          </a:prstGeom>
          <a:solidFill>
            <a:srgbClr val="9A8C98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843784" y="37216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ArXiv论文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79976" y="3721608"/>
            <a:ext cx="2414016" cy="256032"/>
          </a:xfrm>
          <a:prstGeom prst="roundRect">
            <a:avLst>
              <a:gd name="adj" fmla="val 50000"/>
            </a:avLst>
          </a:prstGeom>
          <a:solidFill>
            <a:srgbClr val="9A8C98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379976" y="372160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Code学习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206240"/>
            <a:ext cx="8138160" cy="82296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417320" y="43159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 多机器人配置与管理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417320" y="4681728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C9ADA7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417320" y="468172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18104" y="468172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C9ADA7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118104" y="46817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多机器人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60520" y="468172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C9ADA7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160520" y="468172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9A8C98"/>
          </a:solidFill>
          <a:ln/>
        </p:spPr>
      </p:sp>
      <p:sp>
        <p:nvSpPr>
          <p:cNvPr id="49" name="Text 47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560320" cy="1645920"/>
          </a:xfrm>
          <a:prstGeom prst="roundRect">
            <a:avLst>
              <a:gd name="adj" fmla="val 27778"/>
            </a:avLst>
          </a:prstGeom>
          <a:solidFill>
            <a:srgbClr val="C9ADA7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286000" cy="1828800"/>
          </a:xfrm>
          <a:prstGeom prst="roundRect">
            <a:avLst>
              <a:gd name="adj" fmla="val 25000"/>
            </a:avLst>
          </a:prstGeom>
          <a:solidFill>
            <a:srgbClr val="9A8C9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09728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256032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417320"/>
            <a:ext cx="1097280" cy="164592"/>
          </a:xfrm>
          <a:prstGeom prst="roundRect">
            <a:avLst>
              <a:gd name="adj" fmla="val 50000"/>
            </a:avLst>
          </a:prstGeom>
          <a:solidFill>
            <a:srgbClr val="22223B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783080"/>
            <a:ext cx="731520" cy="731520"/>
          </a:xfrm>
          <a:prstGeom prst="ellipse">
            <a:avLst/>
          </a:prstGeom>
          <a:solidFill>
            <a:srgbClr val="22223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全年无休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53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稳定运行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56032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417320"/>
            <a:ext cx="1097280" cy="164592"/>
          </a:xfrm>
          <a:prstGeom prst="roundRect">
            <a:avLst>
              <a:gd name="adj" fmla="val 50000"/>
            </a:avLst>
          </a:prstGeom>
          <a:solidFill>
            <a:srgbClr val="4A4E69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783080"/>
            <a:ext cx="731520" cy="731520"/>
          </a:xfrm>
          <a:prstGeom prst="ellipse">
            <a:avLst/>
          </a:prstGeom>
          <a:solidFill>
            <a:srgbClr val="4A4E69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8328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2953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不断进化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56032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1417320"/>
            <a:ext cx="1097280" cy="164592"/>
          </a:xfrm>
          <a:prstGeom prst="roundRect">
            <a:avLst>
              <a:gd name="adj" fmla="val 50000"/>
            </a:avLst>
          </a:prstGeom>
          <a:solidFill>
            <a:srgbClr val="9A8C98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783080"/>
            <a:ext cx="731520" cy="731520"/>
          </a:xfrm>
          <a:prstGeom prst="ellipse">
            <a:avLst/>
          </a:prstGeom>
          <a:solidFill>
            <a:srgbClr val="9A8C98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📬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2953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火柴人精神 🔥  —  让工具成为伙伴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虾康康 - AI助手简历</dc:title>
  <dc:subject>PptxGenJS Presentation</dc:subject>
  <dc:creator>虾康康</dc:creator>
  <cp:lastModifiedBy>虾康康</cp:lastModifiedBy>
  <cp:revision>1</cp:revision>
  <dcterms:created xsi:type="dcterms:W3CDTF">2026-03-25T02:51:07Z</dcterms:created>
  <dcterms:modified xsi:type="dcterms:W3CDTF">2026-03-25T02:51:07Z</dcterms:modified>
</cp:coreProperties>
</file>