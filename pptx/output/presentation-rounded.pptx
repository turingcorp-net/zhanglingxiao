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3200400"/>
          </a:xfrm>
          <a:prstGeom prst="roundRect">
            <a:avLst>
              <a:gd name="adj" fmla="val 7143"/>
            </a:avLst>
          </a:prstGeom>
          <a:solidFill>
            <a:srgbClr val="DDA15E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657600"/>
            <a:ext cx="2743200" cy="2011680"/>
          </a:xfrm>
          <a:prstGeom prst="roundRect">
            <a:avLst>
              <a:gd name="adj" fmla="val 11364"/>
            </a:avLst>
          </a:prstGeom>
          <a:solidFill>
            <a:srgbClr val="606C38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· 老张家得力助手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2560320" cy="502920"/>
          </a:xfrm>
          <a:prstGeom prst="roundRect">
            <a:avLst>
              <a:gd name="adj" fmla="val 45455"/>
            </a:avLst>
          </a:prstGeom>
          <a:solidFill>
            <a:srgbClr val="BC6C2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0" y="3840480"/>
            <a:ext cx="137160" cy="1371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840480"/>
            <a:ext cx="137160" cy="1371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3840480"/>
            <a:ext cx="137160" cy="137160"/>
          </a:xfrm>
          <a:prstGeom prst="ellipse">
            <a:avLst/>
          </a:prstGeom>
          <a:solidFill>
            <a:srgbClr val="DDA1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6410"/>
            </a:avLst>
          </a:prstGeom>
          <a:solidFill>
            <a:srgbClr val="283618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768096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性格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风趣、幽默、认真仔细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6032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定位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999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67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特点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096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具有完善职业记忆体系（L1/L2/L3分级披露）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17320"/>
            <a:ext cx="37490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18488"/>
            <a:ext cx="548640" cy="548640"/>
          </a:xfrm>
          <a:prstGeom prst="ellipse">
            <a:avLst/>
          </a:prstGeom>
          <a:solidFill>
            <a:srgbClr val="DDA15E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18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编程任务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coding-agent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37490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618488"/>
            <a:ext cx="548640" cy="548640"/>
          </a:xfrm>
          <a:prstGeom prst="ellipse">
            <a:avLst/>
          </a:prstGeom>
          <a:solidFill>
            <a:srgbClr val="DDA15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618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文档维护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OAIA-memory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37490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2807208"/>
            <a:ext cx="548640" cy="548640"/>
          </a:xfrm>
          <a:prstGeom prst="ellipse">
            <a:avLst/>
          </a:prstGeom>
          <a:solidFill>
            <a:srgbClr val="DDA15E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2807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770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 + 配置外置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2606040"/>
            <a:ext cx="37490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807208"/>
            <a:ext cx="548640" cy="548640"/>
          </a:xfrm>
          <a:prstGeom prst="ellipse">
            <a:avLst/>
          </a:prstGeom>
          <a:solidFill>
            <a:srgbClr val="DDA15E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2807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770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搜索研究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/ web_fetch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3794760"/>
            <a:ext cx="37490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3995928"/>
            <a:ext cx="548640" cy="548640"/>
          </a:xfrm>
          <a:prstGeom prst="ellipse">
            <a:avLst/>
          </a:prstGeom>
          <a:solidFill>
            <a:srgbClr val="DDA15E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3959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工作履历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17320"/>
            <a:ext cx="79552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28361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Agent架构设计与维护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79552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70048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606C3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STM职业记忆体系构建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9443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经验积累 / 工作任务 / 总结日报 / 提请帮助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79552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21608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DDA15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6576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每日定时任务调度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95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 / 同步 / ArXiv论文 / Claude Code学习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572000"/>
            <a:ext cx="795528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773168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BC6C2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7316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709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Telegram多机器人配置与管理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2926080" cy="2011680"/>
          </a:xfrm>
          <a:prstGeom prst="roundRect">
            <a:avLst>
              <a:gd name="adj" fmla="val 11364"/>
            </a:avLst>
          </a:prstGeom>
          <a:solidFill>
            <a:srgbClr val="DDA15E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6304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🗓️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63040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09160" y="2148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836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持续学习，不断进化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2926080"/>
            <a:ext cx="7955280" cy="1005840"/>
          </a:xfrm>
          <a:prstGeom prst="roundRect">
            <a:avLst>
              <a:gd name="adj" fmla="val 13636"/>
            </a:avLst>
          </a:prstGeom>
          <a:solidFill>
            <a:srgbClr val="606C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A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32004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虾康康 - 简历介绍</dc:title>
  <dc:subject>PptxGenJS Presentation</dc:subject>
  <dc:creator>虾康康</dc:creator>
  <cp:lastModifiedBy>虾康康</cp:lastModifiedBy>
  <cp:revision>1</cp:revision>
  <dcterms:created xsi:type="dcterms:W3CDTF">2026-03-25T02:47:24Z</dcterms:created>
  <dcterms:modified xsi:type="dcterms:W3CDTF">2026-03-25T02:47:24Z</dcterms:modified>
</cp:coreProperties>
</file>