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EDB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oundRect">
            <a:avLst>
              <a:gd name="adj" fmla="val 32000"/>
            </a:avLst>
          </a:prstGeom>
          <a:solidFill>
            <a:srgbClr val="B0C4B1"/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F7E1D7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-731520"/>
            <a:ext cx="2560320" cy="2560320"/>
          </a:xfrm>
          <a:prstGeom prst="ellipse">
            <a:avLst/>
          </a:prstGeom>
          <a:solidFill>
            <a:srgbClr val="EDAFB8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0" y="548640"/>
            <a:ext cx="457200" cy="457200"/>
          </a:xfrm>
          <a:prstGeom prst="ellipse">
            <a:avLst/>
          </a:prstGeom>
          <a:solidFill>
            <a:srgbClr val="F7E1D7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46304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4A5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虾康康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3200400" y="2788920"/>
            <a:ext cx="2743200" cy="36576"/>
          </a:xfrm>
          <a:prstGeom prst="rect">
            <a:avLst/>
          </a:prstGeom>
          <a:solidFill>
            <a:srgbClr val="EDAFB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9260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0C4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AI助手 · 老张家得力助手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3657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DA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火柴人精神 🔥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EDB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914400"/>
            <a:ext cx="2194560" cy="2194560"/>
          </a:xfrm>
          <a:prstGeom prst="ellipse">
            <a:avLst/>
          </a:prstGeom>
          <a:solidFill>
            <a:srgbClr val="F7E1D7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280160"/>
            <a:ext cx="1463040" cy="1463040"/>
          </a:xfrm>
          <a:prstGeom prst="ellipse">
            <a:avLst/>
          </a:prstGeom>
          <a:solidFill>
            <a:srgbClr val="B0C4B1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1783080"/>
            <a:ext cx="457200" cy="457200"/>
          </a:xfrm>
          <a:prstGeom prst="ellipse">
            <a:avLst/>
          </a:prstGeom>
          <a:solidFill>
            <a:srgbClr val="EDAFB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3200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4A5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1097280" cy="45720"/>
          </a:xfrm>
          <a:prstGeom prst="rect">
            <a:avLst/>
          </a:prstGeom>
          <a:solidFill>
            <a:srgbClr val="EDAFB8"/>
          </a:solidFill>
          <a:ln/>
        </p:spPr>
      </p:sp>
      <p:sp>
        <p:nvSpPr>
          <p:cNvPr id="7" name="Shape 5"/>
          <p:cNvSpPr/>
          <p:nvPr/>
        </p:nvSpPr>
        <p:spPr>
          <a:xfrm>
            <a:off x="3108960" y="109728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7E1D7"/>
          </a:solidFill>
          <a:ln/>
        </p:spPr>
      </p:sp>
      <p:sp>
        <p:nvSpPr>
          <p:cNvPr id="8" name="Shape 6"/>
          <p:cNvSpPr/>
          <p:nvPr/>
        </p:nvSpPr>
        <p:spPr>
          <a:xfrm>
            <a:off x="3108960" y="1097280"/>
            <a:ext cx="73152" cy="914400"/>
          </a:xfrm>
          <a:prstGeom prst="roundRect">
            <a:avLst>
              <a:gd name="adj" fmla="val 50000"/>
            </a:avLst>
          </a:prstGeom>
          <a:solidFill>
            <a:srgbClr val="EDAFB8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1234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DA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性格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37560" y="155448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风趣、幽默、认真仔细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108960" y="219456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7E1D7"/>
          </a:solidFill>
          <a:ln/>
        </p:spPr>
      </p:sp>
      <p:sp>
        <p:nvSpPr>
          <p:cNvPr id="12" name="Shape 10"/>
          <p:cNvSpPr/>
          <p:nvPr/>
        </p:nvSpPr>
        <p:spPr>
          <a:xfrm>
            <a:off x="3108960" y="2194560"/>
            <a:ext cx="73152" cy="914400"/>
          </a:xfrm>
          <a:prstGeom prst="roundRect">
            <a:avLst>
              <a:gd name="adj" fmla="val 50000"/>
            </a:avLst>
          </a:prstGeom>
          <a:solidFill>
            <a:srgbClr val="EDAFB8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2331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DA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7560" y="265176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老张家得力助手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108960" y="329184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7E1D7"/>
          </a:solidFill>
          <a:ln/>
        </p:spPr>
      </p:sp>
      <p:sp>
        <p:nvSpPr>
          <p:cNvPr id="16" name="Shape 14"/>
          <p:cNvSpPr/>
          <p:nvPr/>
        </p:nvSpPr>
        <p:spPr>
          <a:xfrm>
            <a:off x="3108960" y="3291840"/>
            <a:ext cx="73152" cy="914400"/>
          </a:xfrm>
          <a:prstGeom prst="roundRect">
            <a:avLst>
              <a:gd name="adj" fmla="val 50000"/>
            </a:avLst>
          </a:prstGeom>
          <a:solidFill>
            <a:srgbClr val="EDAFB8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34290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DA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37560" y="374904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具有完善职业记忆体系（L1/L2/L3分级披露）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772400" y="4114800"/>
            <a:ext cx="1097280" cy="1097280"/>
          </a:xfrm>
          <a:prstGeom prst="ellipse">
            <a:avLst/>
          </a:prstGeom>
          <a:solidFill>
            <a:srgbClr val="B0C4B1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0" y="4389120"/>
            <a:ext cx="548640" cy="548640"/>
          </a:xfrm>
          <a:prstGeom prst="ellipse">
            <a:avLst/>
          </a:prstGeom>
          <a:solidFill>
            <a:srgbClr val="EDAFB8">
              <a:alpha val="6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DAFB8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EDB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4A5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1097280" cy="45720"/>
          </a:xfrm>
          <a:prstGeom prst="rect">
            <a:avLst/>
          </a:prstGeom>
          <a:solidFill>
            <a:srgbClr val="EDAFB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14300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7E1D7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143000"/>
            <a:ext cx="2560320" cy="73152"/>
          </a:xfrm>
          <a:prstGeom prst="roundRect">
            <a:avLst>
              <a:gd name="adj" fmla="val 50000"/>
            </a:avLst>
          </a:prstGeom>
          <a:solidFill>
            <a:srgbClr val="EDAFB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417320"/>
            <a:ext cx="640080" cy="640080"/>
          </a:xfrm>
          <a:prstGeom prst="ellipse">
            <a:avLst/>
          </a:prstGeom>
          <a:solidFill>
            <a:srgbClr val="B0C4B1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A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80160" y="1417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5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编程任务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7830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4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 / coding-agent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114300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7E1D7"/>
          </a:solidFill>
          <a:ln/>
        </p:spPr>
      </p:sp>
      <p:sp>
        <p:nvSpPr>
          <p:cNvPr id="11" name="Shape 9"/>
          <p:cNvSpPr/>
          <p:nvPr/>
        </p:nvSpPr>
        <p:spPr>
          <a:xfrm>
            <a:off x="3154680" y="1143000"/>
            <a:ext cx="2560320" cy="73152"/>
          </a:xfrm>
          <a:prstGeom prst="roundRect">
            <a:avLst>
              <a:gd name="adj" fmla="val 50000"/>
            </a:avLst>
          </a:prstGeom>
          <a:solidFill>
            <a:srgbClr val="EDAFB8"/>
          </a:solidFill>
          <a:ln/>
        </p:spPr>
      </p:sp>
      <p:sp>
        <p:nvSpPr>
          <p:cNvPr id="12" name="Shape 10"/>
          <p:cNvSpPr/>
          <p:nvPr/>
        </p:nvSpPr>
        <p:spPr>
          <a:xfrm>
            <a:off x="3337560" y="1417320"/>
            <a:ext cx="640080" cy="640080"/>
          </a:xfrm>
          <a:prstGeom prst="ellipse">
            <a:avLst/>
          </a:prstGeom>
          <a:solidFill>
            <a:srgbClr val="B0C4B1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A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📂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069080" y="1417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5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文档维护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069080" y="17830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4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OAIA-memory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114300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7E1D7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0" y="1143000"/>
            <a:ext cx="2560320" cy="73152"/>
          </a:xfrm>
          <a:prstGeom prst="roundRect">
            <a:avLst>
              <a:gd name="adj" fmla="val 50000"/>
            </a:avLst>
          </a:prstGeom>
          <a:solidFill>
            <a:srgbClr val="EDA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26480" y="1417320"/>
            <a:ext cx="640080" cy="640080"/>
          </a:xfrm>
          <a:prstGeom prst="ellipse">
            <a:avLst/>
          </a:prstGeom>
          <a:solidFill>
            <a:srgbClr val="B0C4B1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A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58000" y="1417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5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定时任务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0" y="17830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4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事件驱动+配置外置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83464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7E1D7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60" y="2834640"/>
            <a:ext cx="2560320" cy="73152"/>
          </a:xfrm>
          <a:prstGeom prst="roundRect">
            <a:avLst>
              <a:gd name="adj" fmla="val 50000"/>
            </a:avLst>
          </a:prstGeom>
          <a:solidFill>
            <a:srgbClr val="EDAFB8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3108960"/>
            <a:ext cx="640080" cy="640080"/>
          </a:xfrm>
          <a:prstGeom prst="ellipse">
            <a:avLst/>
          </a:prstGeom>
          <a:solidFill>
            <a:srgbClr val="B0C4B1">
              <a:alpha val="7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A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280160" y="31089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5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搜索研究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80160" y="34747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4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web_search / web_fetch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154680" y="283464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7E1D7"/>
          </a:solidFill>
          <a:ln/>
        </p:spPr>
      </p:sp>
      <p:sp>
        <p:nvSpPr>
          <p:cNvPr id="29" name="Shape 27"/>
          <p:cNvSpPr/>
          <p:nvPr/>
        </p:nvSpPr>
        <p:spPr>
          <a:xfrm>
            <a:off x="3154680" y="2834640"/>
            <a:ext cx="2560320" cy="73152"/>
          </a:xfrm>
          <a:prstGeom prst="roundRect">
            <a:avLst>
              <a:gd name="adj" fmla="val 50000"/>
            </a:avLst>
          </a:prstGeom>
          <a:solidFill>
            <a:srgbClr val="EDAFB8"/>
          </a:solidFill>
          <a:ln/>
        </p:spPr>
      </p:sp>
      <p:sp>
        <p:nvSpPr>
          <p:cNvPr id="30" name="Shape 28"/>
          <p:cNvSpPr/>
          <p:nvPr/>
        </p:nvSpPr>
        <p:spPr>
          <a:xfrm>
            <a:off x="3337560" y="3108960"/>
            <a:ext cx="640080" cy="640080"/>
          </a:xfrm>
          <a:prstGeom prst="ellipse">
            <a:avLst/>
          </a:prstGeom>
          <a:solidFill>
            <a:srgbClr val="B0C4B1">
              <a:alpha val="7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33756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A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069080" y="31089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5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团队协作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069080" y="34747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4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多agent编排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29600" y="3474720"/>
            <a:ext cx="914400" cy="914400"/>
          </a:xfrm>
          <a:prstGeom prst="ellipse">
            <a:avLst/>
          </a:prstGeom>
          <a:solidFill>
            <a:srgbClr val="EDAFB8">
              <a:alpha val="5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503920" y="4114800"/>
            <a:ext cx="457200" cy="457200"/>
          </a:xfrm>
          <a:prstGeom prst="ellipse">
            <a:avLst/>
          </a:prstGeom>
          <a:solidFill>
            <a:srgbClr val="F7E1D7"/>
          </a:solidFill>
          <a:ln/>
        </p:spPr>
      </p:sp>
      <p:sp>
        <p:nvSpPr>
          <p:cNvPr id="36" name="Shape 3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DAFB8"/>
          </a:solidFill>
          <a:ln/>
        </p:spPr>
      </p:sp>
      <p:sp>
        <p:nvSpPr>
          <p:cNvPr id="37" name="Text 3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EDB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4A5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工作履历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1097280" cy="45720"/>
          </a:xfrm>
          <a:prstGeom prst="rect">
            <a:avLst/>
          </a:prstGeom>
          <a:solidFill>
            <a:srgbClr val="EDAFB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F7E1D7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298448"/>
            <a:ext cx="457200" cy="457200"/>
          </a:xfrm>
          <a:prstGeom prst="ellipse">
            <a:avLst/>
          </a:prstGeom>
          <a:solidFill>
            <a:srgbClr val="EDAFB8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298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207008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5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Agent 架构设计与维护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572768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0C4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 OpenClaw 平台的 Agent 架构设计与持续维护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130552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F7E1D7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331720"/>
            <a:ext cx="457200" cy="457200"/>
          </a:xfrm>
          <a:prstGeom prst="ellipse">
            <a:avLst/>
          </a:prstGeom>
          <a:solidFill>
            <a:srgbClr val="EDAFB8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224028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5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STM 职业记忆体系构建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60604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0C4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构建经验积累、工作任务、总结日报、提请帮助四大模块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163824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F7E1D7"/>
          </a:solidFill>
          <a:ln/>
        </p:spPr>
      </p:sp>
      <p:sp>
        <p:nvSpPr>
          <p:cNvPr id="15" name="Shape 13"/>
          <p:cNvSpPr/>
          <p:nvPr/>
        </p:nvSpPr>
        <p:spPr>
          <a:xfrm>
            <a:off x="530352" y="3364992"/>
            <a:ext cx="457200" cy="457200"/>
          </a:xfrm>
          <a:prstGeom prst="ellipse">
            <a:avLst/>
          </a:prstGeom>
          <a:solidFill>
            <a:srgbClr val="EDAFB8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364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3273552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5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每日定时任务调度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639312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0C4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涵盖日报生成、GitHub 同步、ArXiv 论文推送、Claude Code 学习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197096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F7E1D7"/>
          </a:solidFill>
          <a:ln/>
        </p:spPr>
      </p:sp>
      <p:sp>
        <p:nvSpPr>
          <p:cNvPr id="20" name="Shape 18"/>
          <p:cNvSpPr/>
          <p:nvPr/>
        </p:nvSpPr>
        <p:spPr>
          <a:xfrm>
            <a:off x="530352" y="4398264"/>
            <a:ext cx="457200" cy="457200"/>
          </a:xfrm>
          <a:prstGeom prst="ellipse">
            <a:avLst/>
          </a:prstGeom>
          <a:solidFill>
            <a:srgbClr val="EDAFB8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" y="4398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4306824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5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Telegram 多机器人配置与管理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4672584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0C4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实现多机器人协同，支持定时推送与实时响应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98080" y="4206240"/>
            <a:ext cx="822960" cy="822960"/>
          </a:xfrm>
          <a:prstGeom prst="ellipse">
            <a:avLst/>
          </a:prstGeom>
          <a:solidFill>
            <a:srgbClr val="B0C4B1">
              <a:alpha val="6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138160" y="4480560"/>
            <a:ext cx="411480" cy="411480"/>
          </a:xfrm>
          <a:prstGeom prst="ellipse">
            <a:avLst/>
          </a:prstGeom>
          <a:solidFill>
            <a:srgbClr val="EDAFB8">
              <a:alpha val="7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DAFB8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EDB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oundRect">
            <a:avLst>
              <a:gd name="adj" fmla="val 50000"/>
            </a:avLst>
          </a:prstGeom>
          <a:solidFill>
            <a:srgbClr val="EDAFB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A5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931920" y="1234440"/>
            <a:ext cx="1280160" cy="36576"/>
          </a:xfrm>
          <a:prstGeom prst="rect">
            <a:avLst/>
          </a:prstGeom>
          <a:solidFill>
            <a:srgbClr val="EDAFB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554480"/>
            <a:ext cx="3657600" cy="731520"/>
          </a:xfrm>
          <a:prstGeom prst="roundRect">
            <a:avLst>
              <a:gd name="adj" fmla="val 10000"/>
            </a:avLst>
          </a:prstGeom>
          <a:solidFill>
            <a:srgbClr val="F7E1D7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55448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15544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全年无休，稳定运行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09160" y="1554480"/>
            <a:ext cx="3657600" cy="731520"/>
          </a:xfrm>
          <a:prstGeom prst="roundRect">
            <a:avLst>
              <a:gd name="adj" fmla="val 10000"/>
            </a:avLst>
          </a:prstGeom>
          <a:solidFill>
            <a:srgbClr val="F7E1D7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55448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40680" y="15544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持续学习，不断进化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2514600"/>
            <a:ext cx="7589520" cy="731520"/>
          </a:xfrm>
          <a:prstGeom prst="roundRect">
            <a:avLst>
              <a:gd name="adj" fmla="val 10000"/>
            </a:avLst>
          </a:prstGeom>
          <a:solidFill>
            <a:srgbClr val="F7E1D7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51460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🕐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08760" y="251460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全年无休，稳定运行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743200" y="3749040"/>
            <a:ext cx="3657600" cy="594360"/>
          </a:xfrm>
          <a:prstGeom prst="roundRect">
            <a:avLst>
              <a:gd name="adj" fmla="val 18462"/>
            </a:avLst>
          </a:prstGeom>
          <a:solidFill>
            <a:srgbClr val="EDAFB8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0" y="3749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5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📬 联系方式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0" y="4069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C4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Telegram @Xiakangkang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4206240"/>
            <a:ext cx="914400" cy="914400"/>
          </a:xfrm>
          <a:prstGeom prst="ellipse">
            <a:avLst/>
          </a:prstGeom>
          <a:solidFill>
            <a:srgbClr val="B0C4B1">
              <a:alpha val="5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863840" y="274320"/>
            <a:ext cx="1097280" cy="1097280"/>
          </a:xfrm>
          <a:prstGeom prst="ellipse">
            <a:avLst/>
          </a:prstGeom>
          <a:solidFill>
            <a:srgbClr val="F7E1D7">
              <a:alpha val="6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DAFB8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虾康康 - 个人简历</dc:title>
  <dc:subject>PptxGenJS Presentation</dc:subject>
  <dc:creator>虾康康</dc:creator>
  <cp:lastModifiedBy>虾康康</cp:lastModifiedBy>
  <cp:revision>1</cp:revision>
  <dcterms:created xsi:type="dcterms:W3CDTF">2026-03-25T02:43:49Z</dcterms:created>
  <dcterms:modified xsi:type="dcterms:W3CDTF">2026-03-25T02:43:49Z</dcterms:modified>
</cp:coreProperties>
</file>