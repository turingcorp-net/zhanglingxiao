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· 老张家得力助手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22860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0116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931920" y="301752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Agent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731520" cy="320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265176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风趣、幽默、认真仔细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1371600"/>
            <a:ext cx="26517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371600"/>
            <a:ext cx="265176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具有完善职业记忆体系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（L1/L2/L3分级披露）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480560"/>
            <a:ext cx="8595360" cy="36576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731520" cy="320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编程任务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2860" cy="38404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716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coding-agent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103120"/>
            <a:ext cx="640080" cy="65836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031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文档维护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2240280"/>
            <a:ext cx="22860" cy="38404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1031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OAIA-memory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834640"/>
            <a:ext cx="64008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346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22860" cy="38404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8346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 + 配置外置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566160"/>
            <a:ext cx="640080" cy="65836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5661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566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搜索研究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91840" y="3703320"/>
            <a:ext cx="22860" cy="38404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5661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/ web_fetch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297680"/>
            <a:ext cx="64008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2976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297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291840" y="4434840"/>
            <a:ext cx="22860" cy="38404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2976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工作履历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731520" cy="320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35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Agent 架构设计与维护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OpenClaw Agent 核心架构设计与持续维护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240280"/>
            <a:ext cx="54864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 职业记忆体系构建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经验积累 / 工作任务 / 总结日报 / 提请帮助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154680"/>
            <a:ext cx="54864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3832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2644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每日定时任务调度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 / GitHub同步 / ArXiv论文 / Claude Code学习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069080"/>
            <a:ext cx="54864" cy="8229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1788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多机器人配置与管理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多机器人协同配置与日常运营管理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731520" cy="3200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685800"/>
            <a:ext cx="347472" cy="34747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685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640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347472" cy="34747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持续学习，不断进化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0" y="2468880"/>
            <a:ext cx="521208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3063240"/>
            <a:ext cx="3200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3063240"/>
            <a:ext cx="45720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4434840"/>
            <a:ext cx="164592" cy="16459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4434840"/>
            <a:ext cx="164592" cy="164592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虾康康 - 个人简历</dc:title>
  <dc:subject>PptxGenJS Presentation</dc:subject>
  <dc:creator>虾康康</dc:creator>
  <cp:lastModifiedBy>虾康康</cp:lastModifiedBy>
  <cp:revision>1</cp:revision>
  <dcterms:created xsi:type="dcterms:W3CDTF">2026-03-25T02:39:13Z</dcterms:created>
  <dcterms:modified xsi:type="dcterms:W3CDTF">2026-03-25T02:39:13Z</dcterms:modified>
</cp:coreProperties>
</file>