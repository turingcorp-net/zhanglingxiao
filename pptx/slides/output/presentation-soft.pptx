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ED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oundRect">
            <a:avLst>
              <a:gd name="adj" fmla="val 32000"/>
            </a:avLst>
          </a:prstGeom>
          <a:solidFill>
            <a:srgbClr val="B0C4B1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F7E1D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731520"/>
            <a:ext cx="2560320" cy="256032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548640"/>
            <a:ext cx="457200" cy="457200"/>
          </a:xfrm>
          <a:prstGeom prst="ellipse">
            <a:avLst/>
          </a:prstGeom>
          <a:solidFill>
            <a:srgbClr val="F7E1D7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630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虾康康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EDAFB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AI助手 · 老张家得力助手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DA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火柴人精神 🔥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ED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0"/>
            <a:ext cx="2194560" cy="2194560"/>
          </a:xfrm>
          <a:prstGeom prst="ellipse">
            <a:avLst/>
          </a:prstGeom>
          <a:solidFill>
            <a:srgbClr val="F7E1D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80160"/>
            <a:ext cx="1463040" cy="1463040"/>
          </a:xfrm>
          <a:prstGeom prst="ellipse">
            <a:avLst/>
          </a:prstGeom>
          <a:solidFill>
            <a:srgbClr val="B0C4B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1783080"/>
            <a:ext cx="457200" cy="45720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20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097280" cy="45720"/>
          </a:xfrm>
          <a:prstGeom prst="rect">
            <a:avLst/>
          </a:prstGeom>
          <a:solidFill>
            <a:srgbClr val="EDAFB8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0" y="10972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E1D7"/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1097280"/>
            <a:ext cx="73152" cy="914400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234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A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风趣、幽默、认真仔细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08960" y="21945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E1D7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2194560"/>
            <a:ext cx="73152" cy="914400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A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65176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老张家得力助手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108960" y="32918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E1D7"/>
          </a:solidFill>
          <a:ln/>
        </p:spPr>
      </p:sp>
      <p:sp>
        <p:nvSpPr>
          <p:cNvPr id="16" name="Shape 14"/>
          <p:cNvSpPr/>
          <p:nvPr/>
        </p:nvSpPr>
        <p:spPr>
          <a:xfrm>
            <a:off x="3108960" y="3291840"/>
            <a:ext cx="73152" cy="914400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3429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A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374904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具有完善职业记忆体系（L1/L2/L3分级披露）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0" y="4114800"/>
            <a:ext cx="1097280" cy="1097280"/>
          </a:xfrm>
          <a:prstGeom prst="ellipse">
            <a:avLst/>
          </a:prstGeom>
          <a:solidFill>
            <a:srgbClr val="B0C4B1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389120"/>
            <a:ext cx="548640" cy="548640"/>
          </a:xfrm>
          <a:prstGeom prst="ellipse">
            <a:avLst/>
          </a:prstGeom>
          <a:solidFill>
            <a:srgbClr val="EDAFB8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ED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097280" cy="45720"/>
          </a:xfrm>
          <a:prstGeom prst="rect">
            <a:avLst/>
          </a:prstGeom>
          <a:solidFill>
            <a:srgbClr val="EDAFB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430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7E1D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4300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B0C4B1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编程任务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/ coding-agent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7E1D7"/>
          </a:solidFill>
          <a:ln/>
        </p:spPr>
      </p:sp>
      <p:sp>
        <p:nvSpPr>
          <p:cNvPr id="11" name="Shape 9"/>
          <p:cNvSpPr/>
          <p:nvPr/>
        </p:nvSpPr>
        <p:spPr>
          <a:xfrm>
            <a:off x="3154680" y="114300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417320"/>
            <a:ext cx="640080" cy="640080"/>
          </a:xfrm>
          <a:prstGeom prst="ellipse">
            <a:avLst/>
          </a:prstGeom>
          <a:solidFill>
            <a:srgbClr val="B0C4B1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6908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文档维护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1783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OAIA-memory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1430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7E1D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114300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417320"/>
            <a:ext cx="640080" cy="640080"/>
          </a:xfrm>
          <a:prstGeom prst="ellipse">
            <a:avLst/>
          </a:prstGeom>
          <a:solidFill>
            <a:srgbClr val="B0C4B1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1783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事件驱动+配置外置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7E1D7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283464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108960"/>
            <a:ext cx="640080" cy="640080"/>
          </a:xfrm>
          <a:prstGeom prst="ellipse">
            <a:avLst/>
          </a:prstGeom>
          <a:solidFill>
            <a:srgbClr val="B0C4B1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3108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搜索研究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web_search / web_fetch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54680" y="28346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7E1D7"/>
          </a:solidFill>
          <a:ln/>
        </p:spPr>
      </p:sp>
      <p:sp>
        <p:nvSpPr>
          <p:cNvPr id="29" name="Shape 27"/>
          <p:cNvSpPr/>
          <p:nvPr/>
        </p:nvSpPr>
        <p:spPr>
          <a:xfrm>
            <a:off x="3154680" y="283464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30" name="Shape 28"/>
          <p:cNvSpPr/>
          <p:nvPr/>
        </p:nvSpPr>
        <p:spPr>
          <a:xfrm>
            <a:off x="3337560" y="3108960"/>
            <a:ext cx="640080" cy="640080"/>
          </a:xfrm>
          <a:prstGeom prst="ellipse">
            <a:avLst/>
          </a:prstGeom>
          <a:solidFill>
            <a:srgbClr val="B0C4B1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069080" y="3108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6908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多agent编排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3474720"/>
            <a:ext cx="914400" cy="914400"/>
          </a:xfrm>
          <a:prstGeom prst="ellipse">
            <a:avLst/>
          </a:prstGeom>
          <a:solidFill>
            <a:srgbClr val="EDAFB8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114800"/>
            <a:ext cx="457200" cy="457200"/>
          </a:xfrm>
          <a:prstGeom prst="ellipse">
            <a:avLst/>
          </a:prstGeom>
          <a:solidFill>
            <a:srgbClr val="F7E1D7"/>
          </a:solidFill>
          <a:ln/>
        </p:spPr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ED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工作履历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097280" cy="45720"/>
          </a:xfrm>
          <a:prstGeom prst="rect">
            <a:avLst/>
          </a:prstGeom>
          <a:solidFill>
            <a:srgbClr val="EDAFB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7E1D7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298448"/>
            <a:ext cx="457200" cy="45720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20700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Agent 架构设计与维护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57276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 OpenClaw 平台的 Agent 架构设计与持续维护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7E1D7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331720"/>
            <a:ext cx="457200" cy="45720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2402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 职业记忆体系构建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6060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构建经验积累、工作任务、总结日报、提请帮助四大模块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63824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7E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" y="3364992"/>
            <a:ext cx="457200" cy="45720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27355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每日定时任务调度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63931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涵盖日报生成、GitHub 同步、ArXiv 论文推送、Claude Code 学习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197096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7E1D7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" y="4398264"/>
            <a:ext cx="457200" cy="45720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306824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Telegram 多机器人配置与管理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67258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实现多机器人协同，支持定时推送与实时响应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4206240"/>
            <a:ext cx="822960" cy="822960"/>
          </a:xfrm>
          <a:prstGeom prst="ellipse">
            <a:avLst/>
          </a:prstGeom>
          <a:solidFill>
            <a:srgbClr val="B0C4B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38160" y="4480560"/>
            <a:ext cx="411480" cy="411480"/>
          </a:xfrm>
          <a:prstGeom prst="ellipse">
            <a:avLst/>
          </a:prstGeom>
          <a:solidFill>
            <a:srgbClr val="EDAFB8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ED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oundRect">
            <a:avLst>
              <a:gd name="adj" fmla="val 50000"/>
            </a:avLst>
          </a:prstGeom>
          <a:solidFill>
            <a:srgbClr val="EDAFB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931920" y="1234440"/>
            <a:ext cx="1280160" cy="36576"/>
          </a:xfrm>
          <a:prstGeom prst="rect">
            <a:avLst/>
          </a:prstGeom>
          <a:solidFill>
            <a:srgbClr val="EDAFB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5448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7E1D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54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全年无休，稳定运行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7E1D7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554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持续学习，不断进化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514600"/>
            <a:ext cx="7589520" cy="731520"/>
          </a:xfrm>
          <a:prstGeom prst="roundRect">
            <a:avLst>
              <a:gd name="adj" fmla="val 10000"/>
            </a:avLst>
          </a:prstGeom>
          <a:solidFill>
            <a:srgbClr val="F7E1D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514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51460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全年无休，稳定运行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0" y="374904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EDAFB8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7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📬 联系方式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Telegram @Xiakangkang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206240"/>
            <a:ext cx="914400" cy="914400"/>
          </a:xfrm>
          <a:prstGeom prst="ellipse">
            <a:avLst/>
          </a:prstGeom>
          <a:solidFill>
            <a:srgbClr val="B0C4B1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274320"/>
            <a:ext cx="1097280" cy="1097280"/>
          </a:xfrm>
          <a:prstGeom prst="ellipse">
            <a:avLst/>
          </a:prstGeom>
          <a:solidFill>
            <a:srgbClr val="F7E1D7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AFB8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2026-03-25T02:44:07Z</dcterms:created>
  <dcterms:modified xsi:type="dcterms:W3CDTF">2026-03-25T02:44:07Z</dcterms:modified>
</cp:coreProperties>
</file>