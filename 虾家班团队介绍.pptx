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🦐 虾家班团队介绍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老张家得力助手军团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虾康康 🔥  制作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371600"/>
          </a:xfrm>
          <a:prstGeom prst="rect">
            <a:avLst/>
          </a:prstGeom>
          <a:solidFill>
            <a:srgbClr val="E85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虾康康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协调中间人，所有任务统一入口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虾编程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6432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专注编程，所有代码任务执行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64008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🎤 虾指挥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1072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调度分配，指控任务流向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虾审核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审核代码，验收质量把关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743200"/>
            <a:ext cx="64008" cy="1371600"/>
          </a:xfrm>
          <a:prstGeom prst="rect">
            <a:avLst/>
          </a:prstGeom>
          <a:solidFill>
            <a:srgbClr val="019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虾计划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制定方案，规划技术路径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43200"/>
            <a:ext cx="64008" cy="1371600"/>
          </a:xfrm>
          <a:prstGeom prst="rect">
            <a:avLst/>
          </a:prstGeom>
          <a:solidFill>
            <a:srgbClr val="7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虾忙活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1072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通用任务执行，其他杂活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标准工作流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896112" cy="960120"/>
          </a:xfrm>
          <a:prstGeom prst="rect">
            <a:avLst/>
          </a:prstGeom>
          <a:solidFill>
            <a:srgbClr val="0B3D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黎叔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发起任务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43584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26464" y="1371600"/>
            <a:ext cx="896112" cy="960120"/>
          </a:xfrm>
          <a:prstGeom prst="rect">
            <a:avLst/>
          </a:prstGeom>
          <a:solidFill>
            <a:srgbClr val="E85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虾康康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26464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接收分发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22576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05456" y="1371600"/>
            <a:ext cx="896112" cy="960120"/>
          </a:xfrm>
          <a:prstGeom prst="rect">
            <a:avLst/>
          </a:prstGeom>
          <a:solidFill>
            <a:srgbClr val="019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虾计划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1568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84448" y="1371600"/>
            <a:ext cx="896112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虾审核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审核方案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896112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虾指挥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分配任务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9552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42432" y="1371600"/>
            <a:ext cx="896112" cy="960120"/>
          </a:xfrm>
          <a:prstGeom prst="rect">
            <a:avLst/>
          </a:prstGeom>
          <a:solidFill>
            <a:srgbClr val="7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虾忙活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42432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执行操作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38544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21424" y="1371600"/>
            <a:ext cx="896112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虾审核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21424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验收质量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17536" y="162763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00416" y="1371600"/>
            <a:ext cx="896112" cy="960120"/>
          </a:xfrm>
          <a:prstGeom prst="rect">
            <a:avLst/>
          </a:prstGeom>
          <a:solidFill>
            <a:srgbClr val="5A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0416" y="1508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汇报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00416" y="18745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结果反馈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2542032"/>
            <a:ext cx="1078992" cy="384048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54203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入口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26464" y="2542032"/>
            <a:ext cx="3236976" cy="384048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26464" y="254203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策划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542032"/>
            <a:ext cx="3236976" cy="384048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54203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执行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00416" y="2542032"/>
            <a:ext cx="896112" cy="384048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0416" y="254203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验收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所有代码任务统一由 虾编程 执行交付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核心成员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685800" cy="685800"/>
          </a:xfrm>
          <a:prstGeom prst="ellipse">
            <a:avLst/>
          </a:prstGeom>
          <a:solidFill>
            <a:srgbClr val="E85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虾康康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协调员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团队核心枢纽，所有任务的统一入口和出口。负责分发任务、协调流程、对外联络。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887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07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7150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虾编程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55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专注代码，所有编程任务都交给我。用技术创造价值，保证交付质量。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51760"/>
            <a:ext cx="685800" cy="685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70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虾指挥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任务分配与调度，把合适的工作交给合适的人。宏观把控任务流向。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65176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670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150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虾审核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质量守门员，审核方案和代码，提出意见，确保输出符合标准。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114800"/>
            <a:ext cx="685800" cy="685800"/>
          </a:xfrm>
          <a:prstGeom prst="ellipse">
            <a:avLst/>
          </a:prstGeom>
          <a:solidFill>
            <a:srgbClr val="019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33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1732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虾计划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9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681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制定技术方案和路径规划，为每个任务指定方向和里程碑。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9319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4114800"/>
            <a:ext cx="685800" cy="685800"/>
          </a:xfrm>
          <a:prstGeom prst="ellipse">
            <a:avLst/>
          </a:prstGeom>
          <a:solidFill>
            <a:srgbClr val="7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33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71500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虾忙活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681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通用任务执行专家，编程之外的杂活、运维、测试，都来找我。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联系我们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029200" cy="14630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协调员：虾康康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所有对外统一对接入口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如有任务或合作意向，请联系虾康康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老张家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虾家班团队介绍</dc:title>
  <dc:subject>PptxGenJS Presentation</dc:subject>
  <dc:creator>虾康康</dc:creator>
  <cp:lastModifiedBy>虾康康</cp:lastModifiedBy>
  <cp:revision>1</cp:revision>
  <dcterms:created xsi:type="dcterms:W3CDTF">2026-03-20T12:38:52Z</dcterms:created>
  <dcterms:modified xsi:type="dcterms:W3CDTF">2026-03-20T12:38:52Z</dcterms:modified>
</cp:coreProperties>
</file>