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🦐 虾家班团队介绍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老张家得力助手军团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虾康康 制作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-390906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3909060" y="118872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-390906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-390906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-390906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总指挥·协调员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-102870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-1028700" y="118872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-102870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-102870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虾编程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-102870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代码小能手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5166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51660" y="118872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85166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🎤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85166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虾指挥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5166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任务调度员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202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2020" y="118872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73202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73202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虾审核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3202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质量守门员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1238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12380" y="118872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61238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61238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虾计划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1238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规划管理员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9274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92740" y="118872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274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049274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虾忙活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49274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执行实干家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六大角色，各司其职，协作无间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标准工作流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37744" y="13716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37744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黎叔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发任务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44168" y="15544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99616" y="13716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99616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接收分发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61488" y="13716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61488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虾计划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61488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制定计划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67912" y="15544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23360" y="13716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虾审核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质量把控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9784" y="15544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85232" y="13716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85232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虾指挥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5232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协调调度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91656" y="15544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47104" y="13716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47104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47104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落地干活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53528" y="15544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08976" y="13716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808976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08976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反馈结果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265176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2651760"/>
            <a:ext cx="9144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工作流说明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5840" y="3108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黎叔发起任务需求，描述目标和期望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虾康康接收并分析任务，协调分配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虾计划制定执行方案和时间节点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虾审核把关质量和合规性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虾指挥统筹资源，推进执行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虾忙活等执行者落地干活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执行结果汇报给黎叔，完成闭环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91440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老张家AI助手核心，热情似火，统筹全局，负责各角色之间的沟通协作与任务分发。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91440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77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虾编程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77640" y="14630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代码狂人，技术担当，精通各类编程语言和工具，负责系统开发与代码实现。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91440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虾指挥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4630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指挥官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8745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运筹帷幄，调度有方，负责任务分配、进度把控和资源协调，确保高效运转。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00400"/>
            <a:ext cx="91440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972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虾审核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97280" y="365760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0690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火眼金睛，质量守护，严格把关每一项工作成果，确保符合标准和要求。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2004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200400"/>
            <a:ext cx="91440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9776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虾计划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77640" y="365760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97764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40690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谋定后动，条理清晰，负责制定详细的工作计划、时间表和风险预案。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2004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200400"/>
            <a:ext cx="91440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8580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虾忙活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65760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执行者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40690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说干就干，效率至上，负责将计划落地执行，是团队最强行动力担当。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280160"/>
            <a:ext cx="64008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🔥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788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 · 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得力助手，竭诚服务 · 虾家班 让工作更高效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虾家班团队介绍</dc:title>
  <dc:subject>PptxGenJS Presentation</dc:subject>
  <dc:creator>虾康康</dc:creator>
  <cp:lastModifiedBy>虾康康</cp:lastModifiedBy>
  <cp:revision>1</cp:revision>
  <dcterms:created xsi:type="dcterms:W3CDTF">2026-03-20T13:42:16Z</dcterms:created>
  <dcterms:modified xsi:type="dcterms:W3CDTF">2026-03-20T13:42:16Z</dcterms:modified>
</cp:coreProperties>
</file>